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Goal: every agent can log in, register the phone, take a call, hang up, and complete ACW without help.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agenda. Training is hands-on: agents should have Chrome open on the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Demo: plug headset, open Chrome. Do not use two tabs of the same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Never use port 8088 if you were told to use 8188. Same public IP, different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each agent show you Registered + Available before continuing.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Break is not instant. Supervisor must approve. Idle timeout will log them out if they leave the PC.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an inbound to 755 and 756. Explain one-call-per-DID.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most important slide. Decline = caller dropped. Practice once so they feel the difference.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demo Hold and Mute. Transfer only if a second agent is Registered.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ACW modal. Have them submit one dummy wrap-up.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Customer sees CLI 755 or 756 depending on how they dialed. Callbacks should use the same line the customer called.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History Destination 755/756 is the company line, not the agent. Agent column is 101/102.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tour of the sidebar. Do not spend training time on supervisor screens.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Idle logout is configured by the supervisor. If they step away, they should go On Break / Logout.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History letters like o8kqslls are WebRTC ids — do not read them to customers.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Tick these off on paper. Do not skip Decline — they must understand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each agent to repeat Answer vs Decline in their own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Collect headset serials / Chrome version if audio issues appear in week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kyk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51560"/>
            <a:ext cx="2754833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9659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4800" b="1">
                <a:solidFill>
                  <a:srgbClr val="FFFFFF"/>
                </a:solidFill>
                <a:latin typeface="Calibri"/>
              </a:rPr>
              <a:t>Agent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71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C5D4EA"/>
                </a:solidFill>
                <a:latin typeface="Calibri"/>
              </a:rPr>
              <a:t>Softphone, inbound, outbound, and wrap-up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319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D4A017"/>
                </a:solidFill>
                <a:latin typeface="Calibri"/>
              </a:rPr>
              <a:t>SkyKin Technologies  ·  Call Center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A8BBD4"/>
                </a:solidFill>
                <a:latin typeface="Calibri"/>
              </a:rPr>
              <a:t>For agents 101 and 102  ·  Chrome + headset  ·  45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5532120" cy="96012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1848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0047AB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70992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Start of shift — login, headset, Registered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417320"/>
            <a:ext cx="5532120" cy="96012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1848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0047AB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59" y="170992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Your status — Available, Break, Logout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560320"/>
            <a:ext cx="5532120" cy="96012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76148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0047AB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852927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Incoming calls — Answer and Decline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2560320"/>
            <a:ext cx="5532120" cy="96012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76148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0047AB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59" y="2852927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During the call — Hold, Mute, Transfer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703320"/>
            <a:ext cx="5532120" cy="96012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904487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0047AB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99592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After the call — wrap-up (ACW)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3703320"/>
            <a:ext cx="5532120" cy="96012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904487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0047AB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59" y="399592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Outbound calls — 755 and 756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846320"/>
            <a:ext cx="5532120" cy="96012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04748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0047AB"/>
                </a:solidFill>
                <a:latin typeface="Calibri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513892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Tickets, lookup, callbacks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59" y="4846320"/>
            <a:ext cx="5532120" cy="96012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504748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0047AB"/>
                </a:solidFill>
                <a:latin typeface="Calibri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59" y="513892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If something goes wrong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SkyKin Technologies  ·  Agent Training  ·  Confidential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  / 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What you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D6E4F7"/>
                </a:solidFill>
                <a:latin typeface="Calibri"/>
              </a:rPr>
              <a:t>One browser. One headset. No extra phone app.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61188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3611880" cy="109728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3154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0047AB"/>
                </a:solidFill>
                <a:latin typeface="Calibri"/>
              </a:rPr>
              <a:t>Chrome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06040"/>
            <a:ext cx="3154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475569"/>
                </a:solidFill>
                <a:latin typeface="Calibri"/>
              </a:rPr>
              <a:t>Use Google Chrome only.
Edge or Firefox will not work reliably.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554480"/>
            <a:ext cx="361188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554480"/>
            <a:ext cx="3611880" cy="10972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920240"/>
            <a:ext cx="3154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0047AB"/>
                </a:solidFill>
                <a:latin typeface="Calibri"/>
              </a:rPr>
              <a:t>Headset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606040"/>
            <a:ext cx="3154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475569"/>
                </a:solidFill>
                <a:latin typeface="Calibri"/>
              </a:rPr>
              <a:t>USB or 3.5 mm headset with a mic.
Allow microphone when Chrome asks.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554480"/>
            <a:ext cx="361188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554480"/>
            <a:ext cx="3611880" cy="109728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920240"/>
            <a:ext cx="3154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0047AB"/>
                </a:solidFill>
                <a:latin typeface="Calibri"/>
              </a:rPr>
              <a:t>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606040"/>
            <a:ext cx="3154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475569"/>
                </a:solidFill>
                <a:latin typeface="Calibri"/>
              </a:rPr>
              <a:t>This is your phone and your work screen.
Keep this tab open all shift.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SkyKin Technologies  ·  Agent Training  ·  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  / 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Start of shift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D6E4F7"/>
                </a:solidFill>
                <a:latin typeface="Calibri"/>
              </a:rPr>
              <a:t>Do these four steps in order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508760"/>
            <a:ext cx="502920" cy="502920"/>
          </a:xfrm>
          <a:prstGeom prst="ellipse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72768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417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E293B"/>
                </a:solidFill>
                <a:latin typeface="Calibri"/>
              </a:rPr>
              <a:t>Open the agent page in Chrome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783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475569"/>
                </a:solidFill>
                <a:latin typeface="Calibri"/>
              </a:rPr>
              <a:t>https://196.189.236.140:8188
(Your supervisor will confirm the URL.)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697479"/>
            <a:ext cx="502920" cy="502920"/>
          </a:xfrm>
          <a:prstGeom prst="ellipse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761488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60603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E293B"/>
                </a:solidFill>
                <a:latin typeface="Calibri"/>
              </a:rPr>
              <a:t>Sign in with your agent account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971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475569"/>
                </a:solidFill>
                <a:latin typeface="Calibri"/>
              </a:rPr>
              <a:t>Agent 1 → extension 101
Agent 2 → extension 102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3886200"/>
            <a:ext cx="502920" cy="502920"/>
          </a:xfrm>
          <a:prstGeom prst="ellipse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950207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79475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E293B"/>
                </a:solidFill>
                <a:latin typeface="Calibri"/>
              </a:rPr>
              <a:t>Allow the microphone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160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475569"/>
                </a:solidFill>
                <a:latin typeface="Calibri"/>
              </a:rPr>
              <a:t>Click the padlock in the address bar
→ Microphone → Allow</a:t>
            </a:r>
          </a:p>
        </p:txBody>
      </p:sp>
      <p:sp>
        <p:nvSpPr>
          <p:cNvPr id="18" name="Oval 17"/>
          <p:cNvSpPr/>
          <p:nvPr/>
        </p:nvSpPr>
        <p:spPr>
          <a:xfrm>
            <a:off x="502920" y="5074920"/>
            <a:ext cx="502920" cy="502920"/>
          </a:xfrm>
          <a:prstGeom prst="ellipse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138928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983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E293B"/>
                </a:solidFill>
                <a:latin typeface="Calibri"/>
              </a:rPr>
              <a:t>Open the phone panel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5349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475569"/>
                </a:solidFill>
                <a:latin typeface="Calibri"/>
              </a:rPr>
              <a:t>Bottom-right phone button.
Wait until it says Registered (101) or (102).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SkyKin Technologies  ·  Agent Training  ·  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4  / 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You are ready when you see both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4864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047AB"/>
                </a:solidFill>
                <a:latin typeface="Calibri"/>
              </a:rPr>
              <a:t>Phone panel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B7A3A"/>
                </a:solidFill>
                <a:latin typeface="Calibri"/>
              </a:rPr>
              <a:t>Green dot + Registered (101) or (102)</a:t>
            </a:r>
          </a:p>
          <a:p>
            <a:pPr>
              <a:spcAft>
                <a:spcPts val="800"/>
              </a:spcAft>
            </a:pPr>
            <a:r>
              <a:rPr sz="800" b="0">
                <a:solidFill>
                  <a:srgbClr val="1E293B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475569"/>
                </a:solidFill>
                <a:latin typeface="Calibri"/>
              </a:rPr>
              <a:t>If it says Connecting, Not Registered,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475569"/>
                </a:solidFill>
                <a:latin typeface="Calibri"/>
              </a:rPr>
              <a:t>or Failed — you will not receive calls.</a:t>
            </a:r>
          </a:p>
          <a:p>
            <a:pPr>
              <a:spcAft>
                <a:spcPts val="800"/>
              </a:spcAft>
            </a:pPr>
            <a:r>
              <a:rPr sz="800" b="0">
                <a:solidFill>
                  <a:srgbClr val="1E293B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Reload the page (Ctrl+F5), allow the mic,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and wait 10 seconds.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4864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37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047AB"/>
                </a:solidFill>
                <a:latin typeface="Calibri"/>
              </a:rPr>
              <a:t>Status menu (top right)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8600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B7A3A"/>
                </a:solidFill>
                <a:latin typeface="Calibri"/>
              </a:rPr>
              <a:t>Available  —  you can take calls</a:t>
            </a:r>
          </a:p>
          <a:p>
            <a:pPr>
              <a:spcAft>
                <a:spcPts val="800"/>
              </a:spcAft>
            </a:pPr>
            <a:r>
              <a:rPr sz="800" b="0">
                <a:solidFill>
                  <a:srgbClr val="1E293B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475569"/>
                </a:solidFill>
                <a:latin typeface="Calibri"/>
              </a:rPr>
              <a:t>Idle / On Break / Logout  —  you will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475569"/>
                </a:solidFill>
                <a:latin typeface="Calibri"/>
              </a:rPr>
              <a:t>not be offered new inbound calls the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475569"/>
                </a:solidFill>
                <a:latin typeface="Calibri"/>
              </a:rPr>
              <a:t>same way. Stay Available when you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475569"/>
                </a:solidFill>
                <a:latin typeface="Calibri"/>
              </a:rPr>
              <a:t>are at the desk and ready.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SkyKin Technologies  ·  Agent Training  ·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5  / 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Status menu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D6E4F7"/>
                </a:solidFill>
                <a:latin typeface="Calibri"/>
              </a:rPr>
              <a:t>Choose the status that matches what you are doing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1124712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527048"/>
            <a:ext cx="2194560" cy="438912"/>
          </a:xfrm>
          <a:prstGeom prst="roundRect">
            <a:avLst/>
          </a:prstGeom>
          <a:solidFill>
            <a:srgbClr val="1B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81912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581912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At your desk, headset on, ready for customers.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1124712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2487168"/>
            <a:ext cx="2194560" cy="438912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42032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Idle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542032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At the desk but not taking queue work right now.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46120"/>
            <a:ext cx="1124712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" y="3447288"/>
            <a:ext cx="2194560" cy="438912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502152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On Break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502152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Sends a request. Stay Available until a supervisor approves.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206240"/>
            <a:ext cx="1124712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5800" y="4407408"/>
            <a:ext cx="2194560" cy="43891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462272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Wrap-up (ACW)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4462272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Finishing notes after a call. Opens automatically after hangup.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166360"/>
            <a:ext cx="1124712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" y="5367528"/>
            <a:ext cx="2194560" cy="438912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422392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Logout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5422392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End of shift. Phone unregister. Use Sign Out when you leave.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SkyKin Technologies  ·  Agent Training  ·  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6  / 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When a customer calls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D6E4F7"/>
                </a:solidFill>
                <a:latin typeface="Calibri"/>
              </a:rPr>
              <a:t>The phone panel switches to Incoming 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 You will hear ring in the headset and see Answer / Decline.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 The number on screen is the customer (for example 2519…).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 Put the headset on before you press Answer.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 Speak after you hear the customer — do not shout “hello” into a muted mic.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 Stay on this Chrome tab. Do not refresh during a ringing or live call.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 One customer at a time on the same company number. If you are talking on 755, a second caller to 755 hears busy. 756 can still ring the free agent.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SkyKin Technologies  ·  Agent Training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7  / 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Answer vs Decline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D6E4F7"/>
                </a:solidFill>
                <a:latin typeface="Calibri"/>
              </a:rPr>
              <a:t>These two buttons do very different things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548640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486400" cy="640080"/>
          </a:xfrm>
          <a:prstGeom prst="rect">
            <a:avLst/>
          </a:prstGeom>
          <a:solidFill>
            <a:srgbClr val="1B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3619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ANSWER  (green)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8600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Connects you to the customer.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The customer’s phone timer starts.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Greet: company name, your name, how can I help.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Use Hold / Mute / Transfer as needed.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Hang up when the conversation is finished.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48640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5486400" cy="6400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53619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DECLINE  (red)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28600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Ends the customer’s call immediately.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It does not send the call to the other agent.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Use only if you cannot take the call at all (wrong headset, emergency).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If you are already on a call, extra rings should not steal your live call.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Prefer letting it ring if you simply missed it — do not Decline out of habit.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SkyKin Technologies  ·  Agent Training  · 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8  / 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During the call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37160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047AB"/>
                </a:solidFill>
                <a:latin typeface="Calibri"/>
              </a:rPr>
              <a:t>Hang 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3246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475569"/>
                </a:solidFill>
                <a:latin typeface="Calibri"/>
              </a:rPr>
              <a:t>Ends the call for both sides. Complete ACW after.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60020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047AB"/>
                </a:solidFill>
                <a:latin typeface="Calibri"/>
              </a:rPr>
              <a:t>Hold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103120"/>
            <a:ext cx="3246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475569"/>
                </a:solidFill>
                <a:latin typeface="Calibri"/>
              </a:rPr>
              <a:t>Customer waits. Tell them before you hold. Take them off hold when you return.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37160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60020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047AB"/>
                </a:solidFill>
                <a:latin typeface="Calibri"/>
              </a:rPr>
              <a:t>Mute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103120"/>
            <a:ext cx="3246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475569"/>
                </a:solidFill>
                <a:latin typeface="Calibri"/>
              </a:rPr>
              <a:t>Customer cannot hear you. Use if you need to cough or ask a colleague. Unmute before you speak.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749039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977639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047AB"/>
                </a:solidFill>
                <a:latin typeface="Calibri"/>
              </a:rPr>
              <a:t>Transfer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80559"/>
            <a:ext cx="3246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475569"/>
                </a:solidFill>
                <a:latin typeface="Calibri"/>
              </a:rPr>
              <a:t>Sends the customer to another available agent. Confirm the extension first.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749039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3977639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047AB"/>
                </a:solidFill>
                <a:latin typeface="Calibri"/>
              </a:rPr>
              <a:t>Keypad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480559"/>
            <a:ext cx="3246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475569"/>
                </a:solidFill>
                <a:latin typeface="Calibri"/>
              </a:rPr>
              <a:t>Press digits if an IVR or confirmation code is needed.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3749039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3977639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047AB"/>
                </a:solidFill>
                <a:latin typeface="Calibri"/>
              </a:rPr>
              <a:t>Timer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480559"/>
            <a:ext cx="3246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475569"/>
                </a:solidFill>
                <a:latin typeface="Calibri"/>
              </a:rPr>
              <a:t>Shows talk time. The customer’s mobile also shows talk time after you Answer.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SkyKin Technologies  ·  Agent Training  · 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9  / 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After the call — wrap-up (ACW)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D6E4F7"/>
                </a:solidFill>
                <a:latin typeface="Calibri"/>
              </a:rPr>
              <a:t>This window opens when the call ends. Do not skip unless the call was a true misdial.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675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Disposition (required): Resolved, Follow-Up, Escalated, Completed Normally, or Invalid.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Call reason (required): short phrase — billing, SIM, internet, complaint, info.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Notes: what the customer needed and what you did. Write so a supervisor can understand later.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Submit &amp; Return Available — go back on duty.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If you opened a ticket during the call, say so in the notes.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Do not sit in wrap-up chatting. Other customers are waiting.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417320"/>
            <a:ext cx="4297680" cy="4572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5240" y="1691640"/>
            <a:ext cx="3886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047AB"/>
                </a:solidFill>
                <a:latin typeface="Calibri"/>
              </a:rPr>
              <a:t>Good note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286000"/>
            <a:ext cx="3886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Caller asked why data stopped.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Checked package — expired yesterday.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Explained renewal. Customer will recharge today.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Disposition: Resolved.</a:t>
            </a:r>
          </a:p>
          <a:p>
            <a:pPr>
              <a:spcAft>
                <a:spcPts val="800"/>
              </a:spcAft>
            </a:pPr>
            <a:r>
              <a:rPr sz="800" b="0">
                <a:solidFill>
                  <a:srgbClr val="1E293B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C62828"/>
                </a:solidFill>
                <a:latin typeface="Calibri"/>
              </a:rPr>
              <a:t>Bad note: “ok” or blank.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SkyKin Technologies  ·  Agent Training  · 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10  / 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Making an outbound 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 Open the phone panel. You must be Registered.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 Dial the mobile the way customers use it, then press Call.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 Wait for ring. Talk. Hang up. Complete ACW the same as inbound.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703320"/>
            <a:ext cx="553212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8862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047AB"/>
                </a:solidFill>
                <a:latin typeface="Calibri"/>
              </a:rPr>
              <a:t>From line 755  (Agent default)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38912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Dial  0902xxxxxxx
or  902xxxxxxx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703320"/>
            <a:ext cx="553212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38862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047AB"/>
                </a:solidFill>
                <a:latin typeface="Calibri"/>
              </a:rPr>
              <a:t>From line 756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438912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Dial  7560902xxxxxxx
or  756902xxxxxxx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SkyKin Technologies  ·  Agent Training  ·  Confidential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11  / 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Two company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D6E4F7"/>
                </a:solidFill>
                <a:latin typeface="Calibri"/>
              </a:rPr>
              <a:t>Customers may call either line. You handle both.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5532120" cy="4617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0047AB"/>
                </a:solidFill>
                <a:latin typeface="Calibri"/>
              </a:rPr>
              <a:t>111 138 755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5029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475569"/>
                </a:solidFill>
                <a:latin typeface="Calibri"/>
              </a:rPr>
              <a:t>Inbound DID for line 1.
Shows in history as 251111138755.
Outbound CLI when you dial 09…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532120" cy="4617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0047AB"/>
                </a:solidFill>
                <a:latin typeface="Calibri"/>
              </a:rPr>
              <a:t>111 138 756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286000"/>
            <a:ext cx="5029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475569"/>
                </a:solidFill>
                <a:latin typeface="Calibri"/>
              </a:rPr>
              <a:t>Inbound DID for line 2.
Shows in history as 251111138756.
Outbound CLI when you prefix 756.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SkyKin Technologies  ·  Agent Training  ·  Confidential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12  / 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Other screens you will use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278892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6002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047AB"/>
                </a:solidFill>
                <a:latin typeface="Calibri"/>
              </a:rPr>
              <a:t>Call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228600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Your recent answered and missed calls.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371600"/>
            <a:ext cx="278892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56432" y="16002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047AB"/>
                </a:solidFill>
                <a:latin typeface="Calibri"/>
              </a:rPr>
              <a:t>Recordings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56432" y="228600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Play back a call if the customer disputes what was said. Use headset.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278892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6002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047AB"/>
                </a:solidFill>
                <a:latin typeface="Calibri"/>
              </a:rPr>
              <a:t>ACW History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228600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Wrap-ups you already submitted.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371600"/>
            <a:ext cx="278892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08592" y="16002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047AB"/>
                </a:solidFill>
                <a:latin typeface="Calibri"/>
              </a:rPr>
              <a:t>New Ticket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08592" y="228600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Open a case when the issue cannot be finished on the phone.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840480"/>
            <a:ext cx="278892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40690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047AB"/>
                </a:solidFill>
                <a:latin typeface="Calibri"/>
              </a:rPr>
              <a:t>Customer Lookup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47548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Search a number before or during a call.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40" y="3840480"/>
            <a:ext cx="278892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40690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047AB"/>
                </a:solidFill>
                <a:latin typeface="Calibri"/>
              </a:rPr>
              <a:t>Callbacks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47548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Numbers that need a return call. Dial, then mark completed.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840480"/>
            <a:ext cx="278892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2" y="40690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047AB"/>
                </a:solidFill>
                <a:latin typeface="Calibri"/>
              </a:rPr>
              <a:t>Ahununu.com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47548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Reference site. Do not let it steal focus during a live call.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3840480"/>
            <a:ext cx="278892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08592" y="40690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047AB"/>
                </a:solidFill>
                <a:latin typeface="Calibri"/>
              </a:rPr>
              <a:t>Phone Settings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08592" y="47548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Only if a supervisor asks you to change them.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SkyKin Technologies  ·  Agent Training  ·  Confidential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13  / 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Do  /  Don’t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371600"/>
            <a:ext cx="557784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B7A3A"/>
                </a:solidFill>
                <a:latin typeface="Calibri"/>
              </a:rPr>
              <a:t>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5120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Keep Chrome on Registered + Available.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Wear the headset before Answer.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Greet, listen, confirm, close.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Complete ACW after every real call.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Ask the supervisor if audio is one-way.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57784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544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C62828"/>
                </a:solidFill>
                <a:latin typeface="Calibri"/>
              </a:rPr>
              <a:t>Don’t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03120"/>
            <a:ext cx="5120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Don’t open two agent logins on one PC.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Don’t use port 8088 if your URL is 8188.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Don’t Decline just to stop the ring.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Don’t refresh or close Chrome mid-call.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Don’t leave Available and walk away (idle logout).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SkyKin Technologies  ·  Agent Training  ·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14  / 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If something goes wrong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047AB"/>
                </a:solidFill>
                <a:latin typeface="Calibri"/>
              </a:rPr>
              <a:t>Not Registered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298448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Ctrl+F5. Allow microphone. Check headset. Tell the supervisor if it stays 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21408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047AB"/>
                </a:solidFill>
                <a:latin typeface="Calibri"/>
              </a:rPr>
              <a:t>Ring but no 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121408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Confirm headset selected in Chrome. Mute off. Ask the customer to speak again. If still silent, hang up and tell the supervisor.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944368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047AB"/>
                </a:solidFill>
                <a:latin typeface="Calibri"/>
              </a:rPr>
              <a:t>Cannot click 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944368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Microphone blocked. Padlock → Microphone → Allow, then reload.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67328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047AB"/>
                </a:solidFill>
                <a:latin typeface="Calibri"/>
              </a:rPr>
              <a:t>Logged out suddenly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767328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Idle timeout or session expired. Log in again. Do not leave the page overnight.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590288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047AB"/>
                </a:solidFill>
                <a:latin typeface="Calibri"/>
              </a:rPr>
              <a:t>Wrong number on outbound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590288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755 = dial 09….  756 = dial 75609…. Don’t mix them on a callback.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413248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047AB"/>
                </a:solidFill>
                <a:latin typeface="Calibri"/>
              </a:rPr>
              <a:t>Call History looks odd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5413248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Destination 755/756 is the company line. Agent 1/102 is you. Ignore random letters — that is the browser phone id.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SkyKin Technologies  ·  Agent Training  ·  Confidential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15  / 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Practice on the floor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D6E4F7"/>
                </a:solidFill>
                <a:latin typeface="Calibri"/>
              </a:rPr>
              <a:t>Do this with a trainer before you take live customers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Log in and reach Registered (your extension).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Set Available.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Receive one inbound on 755. Answer. Two-way talk. Hang up. Submit ACW.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Receive one inbound on 756. Same steps.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Decline one test call and confirm the caller is dropped (not sent to the other agent).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Place one outbound 09… and one outbound 75609….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Hold 5 seconds, unmute, transfer if a second agent is free.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Open a sample ticket. Find a number in Customer Lookup.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Logout and Sign Out at the end of the drill.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SkyKin Technologies  ·  Agent Training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16  / 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047AB"/>
                </a:solidFill>
                <a:latin typeface="Calibri"/>
              </a:rPr>
              <a:t>Registered + Available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475569"/>
                </a:solidFill>
                <a:latin typeface="Calibri"/>
              </a:rPr>
              <a:t>You can take calls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1732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78308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047AB"/>
                </a:solidFill>
                <a:latin typeface="Calibri"/>
              </a:rPr>
              <a:t>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51460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475569"/>
                </a:solidFill>
                <a:latin typeface="Calibri"/>
              </a:rPr>
              <a:t>You are speaking to the customer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41732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78308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047AB"/>
                </a:solidFill>
                <a:latin typeface="Calibri"/>
              </a:rPr>
              <a:t>Decline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51460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475569"/>
                </a:solidFill>
                <a:latin typeface="Calibri"/>
              </a:rPr>
              <a:t>The customer is gone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749039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11480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047AB"/>
                </a:solidFill>
                <a:latin typeface="Calibri"/>
              </a:rPr>
              <a:t>Hang up → ACW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475569"/>
                </a:solidFill>
                <a:latin typeface="Calibri"/>
              </a:rPr>
              <a:t>Then Available again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749039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411480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047AB"/>
                </a:solidFill>
                <a:latin typeface="Calibri"/>
              </a:rPr>
              <a:t>09… / 75609…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84632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475569"/>
                </a:solidFill>
                <a:latin typeface="Calibri"/>
              </a:rPr>
              <a:t>Which company number you call from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3749039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411480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047AB"/>
                </a:solidFill>
                <a:latin typeface="Calibri"/>
              </a:rPr>
              <a:t>One Chrome tab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84632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475569"/>
                </a:solidFill>
                <a:latin typeface="Calibri"/>
              </a:rPr>
              <a:t>Headset on, mic allowed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SkyKin Technologies  ·  Agent Training  · 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17  / 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C5D4EA"/>
                </a:solidFill>
                <a:latin typeface="Calibri"/>
              </a:rPr>
              <a:t>Ask your supervisor before you take the next live customer.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D4A017"/>
                </a:solidFill>
                <a:latin typeface="Calibri"/>
              </a:rPr>
              <a:t>SkyKin Technologies  ·  Agent desk 101 / 102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